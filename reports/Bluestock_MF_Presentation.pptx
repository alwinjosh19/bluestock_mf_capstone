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MF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Analytics Pipeline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Alwin Joshua Nadar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(Graduate 2026) · University of Mumbai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· Bluestock Finserv Pvt. Ltd.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416052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17880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github.com/alwinjosh19/bluestock_mf_capstone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0F3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lives in 15+ disconnected CSV files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NAV, AUM, SIP &amp; investor behaviour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slow and error-prone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teams lack self-service analytics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benchmarking vs. category indices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 in Python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star schema SQLite database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EDA across all 5 analytical domains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fund performance vs. indices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rule-based fund recommender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CSV files across 6 analytical domains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nav_history.csv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34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redemption_data.csv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234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benchmark_returns.csv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&amp; SIP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47472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aum_data.csv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sip_inflows.csv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sip_registrations.csv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47472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scheme_master.csv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fund_manager.csv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category_benchmark.csv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3474720"/>
            <a:ext cx="24688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investor_master.csv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dividend_history.csv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portfolio_holdings.csv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→ Analyse → Visualise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ingest_data.py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CSV files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83080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39112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9112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2152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58184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21224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536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77256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load_db.py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40296" y="192024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123444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12984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96328" y="1719072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advanced_analytics.py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 pages)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246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NAV &amp; AUM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charts from the analytics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598665_chart_01_nav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1140"/>
            <a:ext cx="4206240" cy="2804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3600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/mnt/user-data/uploads/1781782598665_chart_02_aum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1140"/>
            <a:ext cx="4206240" cy="2804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AUM growth (₹6.2 → ₹12.5 Lakh Cr, 2022–2025); SBI Bluechip Fund shows the highest NAV trajectory.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SIP &amp; Sector Allocation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and portfolio 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598666_chart_03_sip_inflow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1140"/>
            <a:ext cx="4206240" cy="2804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36008" y="1473708"/>
            <a:ext cx="4261104" cy="2859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/mnt/user-data/uploads/1781782598667_chart_09_sector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1140"/>
            <a:ext cx="4206240" cy="2804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hit an all-time high of ₹31,002 Cr. Banking (19.2%) and IT (13.4%) dominate sector allocation.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— Benchmarking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vs. NIFTY50 &amp; NIFTY100 (3 years)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638747_benchmark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top active funds significantly outperformed both benchmarks; Fund 119094 &amp; Fund 148567 led with 2.5x normalised growth.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— Risk-Adjusted Returns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ratio, 5 key funds (2022–2026)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user-data/uploads/1781782638748_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Frontline Equity reaches a Sharpe of ~7.5 by mid-2026; HDFC Top 100 shows the most volatile risk-adjusted performance.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 Dashboard — Industry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Page 1 of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home/claude/dash_imgs/dash_p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 ₹391.76 Lakh Cr · Total Folios 416.42 Lakh · 40 Active Schemes · SBI Mutual Fund leads AUM by AMC.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Investor Transactions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Page 3 of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4238" y="1115568"/>
            <a:ext cx="5335524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home/claude/dash_imgs/dash_p3_trans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670" y="1143000"/>
            <a:ext cx="528066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dominates at 58.49% of transaction value; SIP 35.34%; Redemption 6.17%. Monthly volume tracked Jan 2024–May 2025.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to do about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AUM nearly doubled: ₹6.2 → ₹12.5 Lakh Cr (2022–2025)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49240" y="1490472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18872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280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distribution to reduce concentration risk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0391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active funds beat NIFTY50/100 by up to 2.5x over 3 years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2249424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94767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20391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active equity funds for long-horizon investors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7980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hit all-time high of ₹31,002 Cr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008376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2706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279806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SIP momentum with goal-based nudges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5570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Pradesh, Punjab &amp; Telangana lead SIP amounts by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3767328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3465576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06440" y="355701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digital outreach to these high-performing states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315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dominates investor base (41.1%)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452628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4224528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06440" y="4315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targeted micro-SIP products for 18–25 cohort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Finserv Pvt. Ltd.  ·  MF Analytics Capstone  · 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— Capstone Complete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Alwin Joshua Nadar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(Graduate 2026) · University of Mumbai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· Bluestock Finserv Pvt. Ltd.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github.com/alwinjosh19/bluestock_mf_capstone  ·  Tag: v1.0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— Capstone Presentation</dc:title>
  <dc:subject>PptxGenJS Presentation</dc:subject>
  <dc:creator>Alwin Joshua Nadar</dc:creator>
  <cp:lastModifiedBy>Alwin Joshua Nadar</cp:lastModifiedBy>
  <cp:revision>1</cp:revision>
  <dcterms:created xsi:type="dcterms:W3CDTF">2026-06-20T13:14:28Z</dcterms:created>
  <dcterms:modified xsi:type="dcterms:W3CDTF">2026-06-20T13:14:28Z</dcterms:modified>
</cp:coreProperties>
</file>